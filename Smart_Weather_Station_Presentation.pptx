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Galgotias College of Engineering &amp; Technology,</a:t>
            </a:r>
            <a:br/>
            <a:r>
              <a:t>Greater Noida</a:t>
            </a:r>
          </a:p>
          <a:p>
            <a:pPr algn="ctr">
              <a:spcBef>
                <a:spcPts val="800"/>
              </a:spcBef>
              <a:defRPr sz="1400" b="1">
                <a:solidFill>
                  <a:srgbClr val="000000"/>
                </a:solidFill>
                <a:latin typeface="Times New Roman"/>
              </a:defRPr>
            </a:pPr>
            <a:r>
              <a:t>DEPARTMENT OF ELECTRONIC AND COMMUNICATION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t>Smart Weather Station</a:t>
            </a:r>
          </a:p>
          <a:p>
            <a:pPr algn="ctr">
              <a:spcBef>
                <a:spcPts val="800"/>
              </a:spcBef>
              <a:defRPr sz="1800">
                <a:solidFill>
                  <a:srgbClr val="282828"/>
                </a:solidFill>
                <a:latin typeface="Arial"/>
              </a:defRPr>
            </a:pPr>
            <a:r>
              <a:t>Using ESP32, DHT22 Sensor and Cloud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46320"/>
            <a:ext cx="4114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40000"/>
                </a:solidFill>
                <a:latin typeface="Arial"/>
              </a:defRPr>
            </a:pPr>
            <a:r>
              <a:t>MENTOR:</a:t>
            </a:r>
          </a:p>
          <a:p>
            <a:pPr>
              <a:spcBef>
                <a:spcPts val="4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[Mentor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4846320"/>
            <a:ext cx="4114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t>PRESENTED BY: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1. Prasoon (Roll No)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2. Name (Roll No)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3. Name (Roll No)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Introduction</a:t>
            </a:r>
          </a:p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Motivation</a:t>
            </a:r>
          </a:p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Objectives</a:t>
            </a:r>
          </a:p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Description</a:t>
            </a:r>
          </a:p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Conclusion</a:t>
            </a:r>
          </a:p>
          <a:p>
            <a:pPr>
              <a:spcBef>
                <a:spcPts val="2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❖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Weather conditions like temperature and humidity affect our daily lives, health, and work.</a:t>
            </a:r>
          </a:p>
          <a:p>
            <a:pPr>
              <a:spcBef>
                <a:spcPts val="20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Traditional weather stations are big, expensive, and cannot be checked easily from home.</a:t>
            </a:r>
          </a:p>
          <a:p>
            <a:pPr>
              <a:spcBef>
                <a:spcPts val="20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Internet of Things (IoT) allows us to connect small sensors to the internet to collect weather data automatically.</a:t>
            </a:r>
          </a:p>
          <a:p>
            <a:pPr>
              <a:spcBef>
                <a:spcPts val="20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In this project, we built a low-cost smart weather station using an ESP32 board and a DHT22 sensor.</a:t>
            </a:r>
          </a:p>
          <a:p>
            <a:pPr>
              <a:spcBef>
                <a:spcPts val="20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The system reads live temperature and humidity, shows them on a small screen, and sends the data to a website so anyone can view it anytime.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2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Need for local weather data: City weather reports are taken far away (like airports) and do not show the exact weather in our room, office, or farm.</a:t>
            </a:r>
          </a:p>
          <a:p>
            <a:pPr>
              <a:spcBef>
                <a:spcPts val="22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Low cost: Commercial weather devices cost a lot of money, but this project can be made at a very low cost using simple parts.</a:t>
            </a:r>
          </a:p>
          <a:p>
            <a:pPr>
              <a:spcBef>
                <a:spcPts val="22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Real-time monitoring: Instead of writing down values by hand, the system updates automatically every few seconds.</a:t>
            </a:r>
          </a:p>
          <a:p>
            <a:pPr>
              <a:spcBef>
                <a:spcPts val="22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Access from anywhere: Anyone with a phone or computer can open our website and check the live weather and past 24-hour charts.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OBJECTIVE:-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build a simple and working smart weather station using ESP32 microcontroller.</a:t>
            </a:r>
          </a:p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accurately measure room temperature and humidity using the DHT22 sensor.</a:t>
            </a:r>
          </a:p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display the current readings on a small OLED screen placed directly on the board.</a:t>
            </a:r>
          </a:p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calculate Heat Index (how hot it feels) and Dew Point to check human comfort.</a:t>
            </a:r>
          </a:p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send all sensor data to the ThingSpeak cloud platform over Wi-Fi every 20 seconds.</a:t>
            </a:r>
          </a:p>
          <a:p>
            <a:pPr>
              <a:spcBef>
                <a:spcPts val="1800"/>
              </a:spcBef>
              <a:defRPr sz="1700">
                <a:solidFill>
                  <a:srgbClr val="000000"/>
                </a:solidFill>
                <a:latin typeface="Arial"/>
              </a:defRPr>
            </a:pPr>
            <a:r>
              <a:t>•  To show live readings and a 24-hour history graph on an online website hosted on Vercel.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00000"/>
                </a:solidFill>
                <a:latin typeface="Arial"/>
              </a:defRPr>
            </a:pPr>
            <a:r>
              <a:t>Hardware components used: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1. ESP32 Microcontroller: The main brain with built-in Wi-Fi to collect and send data.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2. DHT22 Sensor: Measures temperature (from -40°C to 80°C) and humidity (0 to 100%).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3. SSD1306 OLED Display: Small 0.96-inch screen to see the values on the device.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00000"/>
                </a:solidFill>
                <a:latin typeface="Arial"/>
              </a:defRPr>
            </a:pPr>
            <a:r>
              <a:t>Wiring and Connections: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• DHT22 data pin is connected to ESP32 Pin GPIO 4.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• OLED display is connected using I2C wires (SDA to GPIO 21, SCL to GPIO 22).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• 3.3V and GND power pins are shared between the sensor and screen.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00000"/>
                </a:solidFill>
                <a:latin typeface="Arial"/>
              </a:defRPr>
            </a:pPr>
            <a:r>
              <a:t>Working Steps:</a:t>
            </a:r>
          </a:p>
          <a:p>
            <a:pPr>
              <a:spcBef>
                <a:spcPts val="400"/>
              </a:spcBef>
              <a:defRPr sz="1500" b="0">
                <a:solidFill>
                  <a:srgbClr val="000000"/>
                </a:solidFill>
                <a:latin typeface="Arial"/>
              </a:defRPr>
            </a:pPr>
            <a:r>
              <a:t>    Sensor reads data  ➔  ESP32 calculates comfort values  ➔  Shows on OLED  ➔  Sends to ThingSpeak cloud via Wi-Fi.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t>Results and Live Cloud Data: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2011680"/>
          <a:ext cx="10058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657600"/>
              </a:tblGrid>
              <a:tr h="40233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4682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Live Measured Value</a:t>
                      </a:r>
                    </a:p>
                  </a:txBody>
                  <a:tcPr>
                    <a:solidFill>
                      <a:srgbClr val="4682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4682B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26.8 °C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Current room temperature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Humidity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69.8 %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Current moisture in 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Heat Index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28.5 °C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Real feel temperature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Dew 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20.8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Comfort and moisture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000000"/>
                </a:solidFill>
                <a:latin typeface="Arial"/>
              </a:defRPr>
            </a:pPr>
            <a:r>
              <a:t>• The system uploads new data to ThingSpeak every 20 seconds.</a:t>
            </a:r>
          </a:p>
          <a:p>
            <a:pPr>
              <a:spcBef>
                <a:spcPts val="800"/>
              </a:spcBef>
              <a:defRPr sz="1400">
                <a:solidFill>
                  <a:srgbClr val="000000"/>
                </a:solidFill>
                <a:latin typeface="Arial"/>
              </a:defRPr>
            </a:pPr>
            <a:r>
              <a:t>• The website automatically refreshes every 2 seconds to show live updates.</a:t>
            </a:r>
          </a:p>
          <a:p>
            <a:pPr>
              <a:spcBef>
                <a:spcPts val="800"/>
              </a:spcBef>
              <a:defRPr sz="1400">
                <a:solidFill>
                  <a:srgbClr val="000000"/>
                </a:solidFill>
                <a:latin typeface="Arial"/>
              </a:defRPr>
            </a:pPr>
            <a:r>
              <a:t>• A clean 24-hour graph draws temperature and humidity history directly in the browser.</a:t>
            </a:r>
          </a:p>
          <a:p>
            <a:pPr>
              <a:spcBef>
                <a:spcPts val="800"/>
              </a:spcBef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Live Website URL: https://smart-weather-station.vercel.app/</a:t>
            </a:r>
          </a:p>
          <a:p>
            <a:pPr>
              <a:spcBef>
                <a:spcPts val="800"/>
              </a:spcBef>
              <a:defRPr sz="1400" b="1">
                <a:solidFill>
                  <a:srgbClr val="000000"/>
                </a:solidFill>
                <a:latin typeface="Arial"/>
              </a:defRPr>
            </a:pPr>
            <a:r>
              <a:t>• Project Code on GitHub: https://github.com/prasoon9999/smart-weather-station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•  A low-cost and working Smart Weather Station was successfully built using ESP32.</a:t>
            </a:r>
          </a:p>
          <a:p>
            <a:pPr>
              <a:spcBef>
                <a:spcPts val="16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•  The DHT22 sensor gives accurate temperature and humidity readings in real time.</a:t>
            </a:r>
          </a:p>
          <a:p>
            <a:pPr>
              <a:spcBef>
                <a:spcPts val="16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•  The OLED display allows us to easily check values without needing an internet connection.</a:t>
            </a:r>
          </a:p>
          <a:p>
            <a:pPr>
              <a:spcBef>
                <a:spcPts val="16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•  The ThingSpeak cloud and Vercel website make it simple for anyone to see weather data from anywhere.</a:t>
            </a:r>
          </a:p>
          <a:p>
            <a:pPr>
              <a:spcBef>
                <a:spcPts val="1600"/>
              </a:spcBef>
              <a:defRPr sz="1700" b="1">
                <a:solidFill>
                  <a:srgbClr val="000000"/>
                </a:solidFill>
                <a:latin typeface="Arial"/>
              </a:defRPr>
            </a:pPr>
            <a:r>
              <a:t>Future Scope:</a:t>
            </a:r>
          </a:p>
          <a:p>
            <a:pPr>
              <a:spcBef>
                <a:spcPts val="8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    • Add a pressure sensor (BMP280) to measure atmospheric pressure and altitude.</a:t>
            </a:r>
          </a:p>
          <a:p>
            <a:pPr>
              <a:spcBef>
                <a:spcPts val="8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    • Add a small solar panel and battery so it can run outdoors without a power plug.</a:t>
            </a:r>
          </a:p>
          <a:p>
            <a:pPr>
              <a:spcBef>
                <a:spcPts val="800"/>
              </a:spcBef>
              <a:defRPr sz="1600" b="0">
                <a:solidFill>
                  <a:srgbClr val="000000"/>
                </a:solidFill>
                <a:latin typeface="Arial"/>
              </a:defRPr>
            </a:pPr>
            <a:r>
              <a:t>    • Send SMS or mobile alerts if the temperature gets too high.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REFERENCES:-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645920"/>
          <a:ext cx="10058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77824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S. No.</a:t>
                      </a:r>
                    </a:p>
                  </a:txBody>
                  <a:tcPr>
                    <a:solidFill>
                      <a:srgbClr val="4682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Paper / Datasheet</a:t>
                      </a:r>
                    </a:p>
                  </a:txBody>
                  <a:tcPr>
                    <a:solidFill>
                      <a:srgbClr val="4682B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1.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"IoT Based Weather Monitoring System Using ESP32 and Cloud Analytics", IEEE Conference, 2021. {BASE PAPER}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Espressif Systems, "ESP32 Series Datasheet - Wi-Fi &amp; Bluetooth Microcontroller", 2023.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3.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Aosong Electronics, "DHT22 (AM2302) Temperature and Humidity Sensor Datasheet".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4.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Solomon Systech, "SSD1306 0.96 inch OLED Display Driver Datasheet", 2018.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5.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MathWorks, "ThingSpeak IoT Open Cloud Platform Documentation", 2024.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788CA0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