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  <a:latin typeface="Arial"/>
              </a:defRPr>
            </a:pPr>
            <a:r>
              <a:t>Galgotias College of Engineering &amp; Technology, Greater Noida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DEPARTMENT OF ELECTRONIC AND COMMUNICATION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920240"/>
            <a:ext cx="39620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377440"/>
            <a:ext cx="9448495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20040"/>
          <a:lstStyle/>
          <a:p>
            <a:pPr algn="ctr">
              <a:defRPr sz="3600" b="1">
                <a:solidFill>
                  <a:srgbClr val="1A365D"/>
                </a:solidFill>
                <a:latin typeface="Arial"/>
              </a:defRPr>
            </a:pPr>
            <a:r>
              <a:t>Smart Weather Station</a:t>
            </a:r>
          </a:p>
          <a:p>
            <a:pPr algn="ctr">
              <a:spcBef>
                <a:spcPts val="800"/>
              </a:spcBef>
              <a:defRPr sz="1800">
                <a:solidFill>
                  <a:srgbClr val="0D9488"/>
                </a:solidFill>
                <a:latin typeface="Arial"/>
              </a:defRPr>
            </a:pPr>
            <a:r>
              <a:t>Using ESP32, DHT22 Sensor and Cloud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4114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91C1C"/>
                </a:solidFill>
                <a:latin typeface="Arial"/>
              </a:defRPr>
            </a:pPr>
            <a:r>
              <a:t>MENTOR:</a:t>
            </a:r>
          </a:p>
          <a:p>
            <a:pPr>
              <a:spcBef>
                <a:spcPts val="400"/>
              </a:spcBef>
              <a:defRPr sz="1500" b="1">
                <a:solidFill>
                  <a:srgbClr val="1E293B"/>
                </a:solidFill>
                <a:latin typeface="Arial"/>
              </a:defRPr>
            </a:pPr>
            <a:r>
              <a:t>[Mentor Name]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Assistant Professor, Dept of 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572000"/>
            <a:ext cx="4114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365D"/>
                </a:solidFill>
                <a:latin typeface="Arial"/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1. Prasoon (Roll No: ____________)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2. Name (Roll No: ____________)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3. Name (Roll No: ____________)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Introduction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Why weather monitoring matters and how IoT helps.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Motivation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Problems with old stations and the need for local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15468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Objectives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What we wanted to build and achieve in this project.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15468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Description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Hardware parts, circuit connections, and working 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457200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Conclusion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What we achieved and ideas for future improvements.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72000"/>
            <a:ext cx="466344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800" b="1">
                <a:solidFill>
                  <a:srgbClr val="1A365D"/>
                </a:solidFill>
                <a:latin typeface="Arial"/>
              </a:defRPr>
            </a:pPr>
            <a:r>
              <a:t>❖  References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Research papers, books, and component datasheets.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91640"/>
            <a:ext cx="999713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•   Weather conditions like temperature and humidity affect our daily lives, health, and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06040"/>
            <a:ext cx="999713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•   Traditional weather stations are big, expensive, and cannot be checked easily from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520440"/>
            <a:ext cx="999713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•   Internet of Things (IoT) allows us to connect small sensors to the internet to collect weather data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999713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•   In this project, we built a low-cost smart weather station using an ESP32 board and a DHT22 sensor.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5349240"/>
            <a:ext cx="9997135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•   The system reads live temperature and humidity, shows them on a small screen, and sends the data to a website so anyone can view it anytime.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9713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b="1" sz="1600">
                <a:solidFill>
                  <a:srgbClr val="1A365D"/>
                </a:solidFill>
                <a:latin typeface="Arial"/>
              </a:rPr>
              <a:t>•   Need for local weather data:</a:t>
            </a:r>
            <a:r>
              <a:rPr b="0" sz="1500">
                <a:solidFill>
                  <a:srgbClr val="1E293B"/>
                </a:solidFill>
                <a:latin typeface="Arial"/>
              </a:rPr>
              <a:t> City weather reports are taken far away (like airports) and do not show the exact weather in our room, office, or farm.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880360"/>
            <a:ext cx="999713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b="1" sz="1600">
                <a:solidFill>
                  <a:srgbClr val="1A365D"/>
                </a:solidFill>
                <a:latin typeface="Arial"/>
              </a:rPr>
              <a:t>•   Low cost:</a:t>
            </a:r>
            <a:r>
              <a:rPr b="0" sz="1500">
                <a:solidFill>
                  <a:srgbClr val="1E293B"/>
                </a:solidFill>
                <a:latin typeface="Arial"/>
              </a:rPr>
              <a:t> Commercial weather devices cost a lot of money, but this project can be made at a very low cost using simple parts.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023360"/>
            <a:ext cx="999713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b="1" sz="1600">
                <a:solidFill>
                  <a:srgbClr val="1A365D"/>
                </a:solidFill>
                <a:latin typeface="Arial"/>
              </a:rPr>
              <a:t>•   Real-time monitoring:</a:t>
            </a:r>
            <a:r>
              <a:rPr b="0" sz="1500">
                <a:solidFill>
                  <a:srgbClr val="1E293B"/>
                </a:solidFill>
                <a:latin typeface="Arial"/>
              </a:rPr>
              <a:t> Instead of writing down values by hand, the system updates automatically every few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166360"/>
            <a:ext cx="999713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b="1" sz="1600">
                <a:solidFill>
                  <a:srgbClr val="1A365D"/>
                </a:solidFill>
                <a:latin typeface="Arial"/>
              </a:rPr>
              <a:t>•   Access from anywhere:</a:t>
            </a:r>
            <a:r>
              <a:rPr b="0" sz="1500">
                <a:solidFill>
                  <a:srgbClr val="1E293B"/>
                </a:solidFill>
                <a:latin typeface="Arial"/>
              </a:rPr>
              <a:t> Anyone with a phone or computer can open our website and check the live weather and past 24-hour charts.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OBJECTIVE:-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build a simple and working smart weather station using ESP32 microcontroller.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432304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accurately measure room temperature and humidity using the DHT22 sensor.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218688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display the current readings on a small OLED screen placed directly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005072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calculate Heat Index (how hot it feels) and Dew Point to check human comfort.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791456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send all sensor data to the ThingSpeak cloud platform over Wi-Fi every 20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5577840"/>
            <a:ext cx="9997135" cy="6766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28016"/>
          <a:lstStyle/>
          <a:p>
            <a:pPr algn="ctr">
              <a:defRPr sz="1500">
                <a:solidFill>
                  <a:srgbClr val="1E293B"/>
                </a:solidFill>
                <a:latin typeface="Arial"/>
              </a:defRPr>
            </a:pPr>
            <a:r>
              <a:t>✔   To show live readings and a 24-hour history graph on an online website hosted on Vercel.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31546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1A365D"/>
                </a:solidFill>
                <a:latin typeface="Arial"/>
              </a:defRPr>
            </a:pPr>
            <a:r>
              <a:t>1. ESP32 Microcontroller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The main brain with built-in Wi-Fi to collect sensor data and send it to the cloud.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45920"/>
            <a:ext cx="31546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1A365D"/>
                </a:solidFill>
                <a:latin typeface="Arial"/>
              </a:defRPr>
            </a:pPr>
            <a:r>
              <a:t>2. DHT22 Sensor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Measures temperature (-40°C to 80°C) and humidity (0 to 100%) with high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645920"/>
            <a:ext cx="315468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1A365D"/>
                </a:solidFill>
                <a:latin typeface="Arial"/>
              </a:defRPr>
            </a:pPr>
            <a:r>
              <a:t>3. SSD1306 OLED Display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Small 0.96-inch screen that shows live values directly on the device.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931920"/>
            <a:ext cx="9997135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1A365D"/>
                </a:solidFill>
                <a:latin typeface="Arial"/>
              </a:defRPr>
            </a:pPr>
            <a:r>
              <a:t>Wiring and Connections: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DHT22 data pin is connected to ESP32 Pin GPIO 4.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OLED display is connected using I2C wires (SDA to GPIO 21, SCL to GPIO 22).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3.3V and GND power pins are shared between the sensor and screen.</a:t>
            </a:r>
          </a:p>
          <a:p>
            <a:pPr>
              <a:spcBef>
                <a:spcPts val="400"/>
              </a:spcBef>
              <a:defRPr sz="1400" b="1">
                <a:solidFill>
                  <a:srgbClr val="1A365D"/>
                </a:solidFill>
                <a:latin typeface="Arial"/>
              </a:defRPr>
            </a:pPr>
            <a:r>
              <a:t>Working Flow:</a:t>
            </a:r>
          </a:p>
          <a:p>
            <a:pPr>
              <a:spcBef>
                <a:spcPts val="400"/>
              </a:spcBef>
              <a:defRPr sz="1400" b="1">
                <a:solidFill>
                  <a:srgbClr val="0D9488"/>
                </a:solidFill>
                <a:latin typeface="Arial"/>
              </a:defRPr>
            </a:pPr>
            <a:r>
              <a:t>    DHT22 reads data  ➔  ESP32 calculates values  ➔  Shows on OLED  ➔  Sends to ThingSpeak Cloud  ➔  Vercel Website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69164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Live Value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26.8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Room temperature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Humidity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69.8 %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Moisture in 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Heat Index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28.5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Real feel temperature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Dew 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20.8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Moisture comfort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675120" y="1691640"/>
            <a:ext cx="441929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1A365D"/>
                </a:solidFill>
                <a:latin typeface="Arial"/>
              </a:defRPr>
            </a:pPr>
            <a:r>
              <a:t>Live Website &amp; Cloud Features: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• ESP32 sends new data to ThingSpeak every 20 seconds.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• The website automatically refreshes every 2 seconds to show live updates.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• A clean 24-hour graph draws temperature and humidity history directly in browser.</a:t>
            </a:r>
          </a:p>
          <a:p>
            <a:pPr>
              <a:spcBef>
                <a:spcPts val="1000"/>
              </a:spcBef>
              <a:defRPr sz="1300" b="1">
                <a:solidFill>
                  <a:srgbClr val="1A365D"/>
                </a:solidFill>
                <a:latin typeface="Arial"/>
              </a:defRPr>
            </a:pPr>
            <a:r>
              <a:t>• Live Website URL:</a:t>
            </a:r>
            <a:br/>
            <a:r>
              <a:t>   https://smart-weather-station.vercel.app/</a:t>
            </a:r>
          </a:p>
          <a:p>
            <a:pPr>
              <a:spcBef>
                <a:spcPts val="1000"/>
              </a:spcBef>
              <a:defRPr sz="1300" b="1">
                <a:solidFill>
                  <a:srgbClr val="1A365D"/>
                </a:solidFill>
                <a:latin typeface="Arial"/>
              </a:defRPr>
            </a:pPr>
            <a:r>
              <a:t>• Project Code on GitHub:</a:t>
            </a:r>
            <a:br/>
            <a:r>
              <a:t>   https://github.com/prasoon9999/smart-weather-station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297680"/>
            <a:ext cx="530352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500" b="1">
                <a:solidFill>
                  <a:srgbClr val="1A365D"/>
                </a:solidFill>
                <a:latin typeface="Arial"/>
              </a:defRPr>
            </a:pPr>
            <a:r>
              <a:t>Telemetry Verification: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All readings have been verified live on MathWorks ThingSpeak Channel 3531601 with over 60 continuous entries received from our hardware prototype.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1A365D"/>
                </a:solidFill>
                <a:latin typeface="Arial"/>
              </a:defRPr>
            </a:pPr>
            <a:r>
              <a:t>Summary of Work: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 low-cost and working Smart Weather Station was successfully built using ESP32.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The DHT22 sensor gives accurate temperature and humidity readings in real time.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The OLED display allows us to easily check values without needing an internet connection.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The ThingSpeak cloud and Vercel website make it simple for anyone to see weather data from anywhere.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069080"/>
            <a:ext cx="9997135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0D9488"/>
                </a:solidFill>
                <a:latin typeface="Arial"/>
              </a:defRPr>
            </a:pPr>
            <a:r>
              <a:t>Future Scope:</a:t>
            </a:r>
          </a:p>
          <a:p>
            <a:pPr>
              <a:spcBef>
                <a:spcPts val="6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Add a pressure sensor (BMP280) to measure atmospheric pressure and altitude.</a:t>
            </a:r>
          </a:p>
          <a:p>
            <a:pPr>
              <a:spcBef>
                <a:spcPts val="6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Add a small solar panel and battery so it can run outdoors without a power plug.</a:t>
            </a:r>
          </a:p>
          <a:p>
            <a:pPr>
              <a:spcBef>
                <a:spcPts val="6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Send SMS or mobile alerts if the temperature gets too high.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REFERENCES:-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1325880"/>
            <a:ext cx="18288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691640"/>
          <a:ext cx="999713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716975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 No.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 / Datasheet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"IoT Based Weather Monitoring System Using ESP32 and Cloud Analytics", IEEE Conference, 2021. {BASE PAPER}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Espressif Systems, "ESP32 Series Datasheet - Wi-Fi &amp; Bluetooth Microcontroller", 2023.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Aosong Electronics, "DHT22 (AM2302) Temperature and Humidity Sensor Datasheet".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Solomon Systech, "SSD1306 0.96 inch OLED Display Driver Datasheet", 2018.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MathWorks, "ThingSpeak IoT Open Cloud Platform Documentation", 2024.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645920"/>
            <a:ext cx="7619695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0"/>
          <a:lstStyle/>
          <a:p>
            <a:pPr algn="ctr">
              <a:defRPr sz="5600" b="1">
                <a:solidFill>
                  <a:srgbClr val="1A365D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Bef>
                <a:spcPts val="1200"/>
              </a:spcBef>
              <a:defRPr sz="2000" b="1">
                <a:solidFill>
                  <a:srgbClr val="0D9488"/>
                </a:solidFill>
                <a:latin typeface="Arial"/>
              </a:defRPr>
            </a:pPr>
            <a:r>
              <a:t>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